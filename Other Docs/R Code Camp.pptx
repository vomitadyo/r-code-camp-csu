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DB2C-54B2-ABD8-909B-3E6C724C2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51CDD-7D90-C826-F3DF-956F474B9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671E6-63B5-1D17-F742-920CDAA1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E0F44-3630-0234-13EA-4E0D89F5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91EAF-55E3-BDF9-6A9D-55E0653A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1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693D-6C69-D7BA-5D5E-D81368BE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5060-CFBB-CC27-9399-78076E142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BB1C-C0A7-F22F-A90D-6B789685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B4EF4-0F02-FD87-848F-F6C6CD08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13FD5-EE0B-7B5F-8793-F5498122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3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700E-0E68-BA3B-2C12-111CCDB7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17420-A752-7D7B-E748-8CB9C203A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32396-7775-3ABD-96B9-0B063F54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EA889-CA3A-87C0-BB7F-EB69DE85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99FC-B77D-327D-2454-1FD506BC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3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2480-48D5-44BD-AFF8-6F73D852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07C2-817C-770A-EE38-1527A446B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153FC-BE5D-4ECC-D209-D7B40AB76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1C83A-D3B8-686B-0E10-6B04247A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3C66A-AC63-3CD9-79DE-ED23D90B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F5E06-D577-3BFC-4263-3340C11D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6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9041-FDA0-B3CF-840B-170E9C63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79F39-5665-0D5F-AE7C-0B9482CBE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66A08-C9AC-8065-191F-B33D42B0D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5D47-3F99-E1FB-F016-C3EF42C1C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72C99-4E4C-4655-5B56-2CEB3F0C7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A0A89-D0CA-66B4-8DC9-C5AEAADD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1C0AA1-533B-0612-A034-53914F1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72D3E-6BB6-9A74-6D43-63DAE77D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6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F7EB-53A7-F822-C591-A83D6334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0B4F9-2895-0812-9CD1-FC4FAD20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AAF7C-A2A2-F63E-98BE-476A316D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FE13B-E72B-0BB2-EEA9-E0BCE75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6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33718-01C5-0EDE-A3C1-23E2F19F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16B04-A407-A5AF-FC77-C818D7A5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5CFB6-B235-0078-8B32-BC77C681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9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6CD9-61CA-A5D6-5C52-80E1AFE32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B671-6CC6-15E6-981B-C1701824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C43CE-A36F-8CE7-1E8E-84AB27E0C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3A22F-264E-51FF-BC86-0123F565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3DED8-9AB1-7009-383A-13506C41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0A04C-BE0C-58A4-B30E-85E082DD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2995-0A5A-8FA3-F07E-CE870805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1132F-A678-C820-5D2F-A81E6B238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47A0F-3ACE-2E04-CB25-65E20CEEA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BD1F1-A5D8-5741-5AA9-E6307B86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9665C-A422-EA9C-E177-7EF0817F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1F903-7C96-C394-D344-284D766E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7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33D8-1661-C511-53D7-89306A75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FE055-CEBB-5743-8B45-3D984CE9C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85ECD-50E5-B3A5-8CE5-550B6C5F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3E44-9E2A-57A7-3064-00491533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F017C-42F2-9F5C-32C2-4401481B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5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FC47D-0398-AB5C-1CB2-32CFE447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20035-C6A7-6714-3E25-3667C00EB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FBDB-A4F5-3469-8F0A-6785C740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43EC8-8CF7-7D6C-001A-41CF2FCA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7C110-9D48-978D-F916-10DF088F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8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D435A-598C-6E25-3E9B-87BB9167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4A2DF-3DD6-393A-7554-90DF030A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D0CBC-522D-E473-F590-EC49C9F87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648D7-A524-4A2C-968E-B50C005B7F6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D1DB-7514-6FD3-B4C4-23EF3B678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DF3E-FC87-B128-C7C1-6FA529174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C48E7-4206-4855-BAB5-40EEBCF2C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8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A04E-F2C5-7B23-65D4-1A082EA31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04277"/>
          </a:xfrm>
        </p:spPr>
        <p:txBody>
          <a:bodyPr/>
          <a:lstStyle/>
          <a:p>
            <a:r>
              <a:rPr lang="en-US" b="1" dirty="0"/>
              <a:t>Welcome to Code Camp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D11C4-7CA6-DE76-3CFF-DA06C1E4B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Innocent Vomitadyo</a:t>
            </a:r>
          </a:p>
          <a:p>
            <a:r>
              <a:rPr lang="en-US" dirty="0"/>
              <a:t>PhD Candidate</a:t>
            </a:r>
          </a:p>
          <a:p>
            <a:r>
              <a:rPr lang="en-US" dirty="0"/>
              <a:t>Department of Agriculture and Resource Economics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8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FDA3-A94A-550F-E5D4-6D2624DB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34A8-6312-D567-71A6-0AA6A3BCC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Introduction to R; object-based programming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Coding basics and writing codes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Basic data types and transformation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Matrix operations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Reading and writing files in different formats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Reshaping and transforming data</a:t>
            </a:r>
          </a:p>
          <a:p>
            <a:pPr lvl="0"/>
            <a:r>
              <a:rPr lang="en-US" dirty="0"/>
              <a:t>Data Analysis: summary statistics, visualizations, regressions </a:t>
            </a:r>
            <a:r>
              <a:rPr lang="en-US" dirty="0" err="1"/>
              <a:t>etc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Introduction to GIS (If time permits)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5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EBC02-C9FC-B3D1-0F0F-8B1EE900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9467752" cy="1618489"/>
          </a:xfrm>
        </p:spPr>
        <p:txBody>
          <a:bodyPr anchor="ctr">
            <a:normAutofit fontScale="90000"/>
          </a:bodyPr>
          <a:lstStyle/>
          <a:p>
            <a:r>
              <a:rPr lang="en-US" sz="7200" b="1" dirty="0"/>
              <a:t>Installing R and </a:t>
            </a:r>
            <a:r>
              <a:rPr lang="en-US" sz="7200" b="1" dirty="0" err="1"/>
              <a:t>Rstudio</a:t>
            </a:r>
            <a:br>
              <a:rPr lang="en-US" sz="7200" b="1" dirty="0"/>
            </a:b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C8ED3-63A9-A9FB-808E-091C7F536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85" y="2005010"/>
            <a:ext cx="9555676" cy="345758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32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/>
              <a:t>Download and install R</a:t>
            </a:r>
            <a:r>
              <a:rPr lang="en-US" sz="3200" dirty="0"/>
              <a:t> from the CRAN website: </a:t>
            </a:r>
            <a:r>
              <a:rPr lang="en-US" sz="3200" u="sng" dirty="0">
                <a:hlinkClick r:id="rId2"/>
              </a:rPr>
              <a:t>https://cran.r-project.org/</a:t>
            </a:r>
            <a:endParaRPr lang="en-US" sz="3200" u="sng" dirty="0"/>
          </a:p>
          <a:p>
            <a:pPr marL="457200" lvl="0" indent="-457200">
              <a:buFont typeface="+mj-lt"/>
              <a:buAutoNum type="arabicPeriod"/>
            </a:pPr>
            <a:endParaRPr lang="en-US" sz="3200" dirty="0"/>
          </a:p>
          <a:p>
            <a:pPr marL="457200" lvl="0" indent="-457200">
              <a:buFont typeface="+mj-lt"/>
              <a:buAutoNum type="arabicPeriod"/>
            </a:pPr>
            <a:r>
              <a:rPr lang="en-US" sz="3200" b="1" dirty="0"/>
              <a:t>Download and install RStudio</a:t>
            </a:r>
            <a:r>
              <a:rPr lang="en-US" sz="3200" dirty="0"/>
              <a:t> (a user-friendly IDE): </a:t>
            </a:r>
            <a:r>
              <a:rPr lang="en-US" sz="3200" u="sng" dirty="0">
                <a:hlinkClick r:id="rId3"/>
              </a:rPr>
              <a:t>https://posit.co/download/rstudio-desktop/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1473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E6F9-B8D3-F6F4-9E76-1FF9DA04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C7C8-764D-0BA5-B927-69A3E3F24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8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10538</TotalTime>
  <Words>112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Welcome to Code Camp</vt:lpstr>
      <vt:lpstr>Goals of the Class</vt:lpstr>
      <vt:lpstr>Installing R and Rstudio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Innocent Vomitadyo</dc:creator>
  <cp:lastModifiedBy>Innocent Vomitadyo</cp:lastModifiedBy>
  <cp:revision>1</cp:revision>
  <dcterms:created xsi:type="dcterms:W3CDTF">2026-07-30T16:02:28Z</dcterms:created>
  <dcterms:modified xsi:type="dcterms:W3CDTF">2026-08-06T23:41:22Z</dcterms:modified>
</cp:coreProperties>
</file>